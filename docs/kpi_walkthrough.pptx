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MetricVault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514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FC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Revenue Data Product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246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 + MetricFlow + LookML + Dagster + Snowflake + Tableau, with a real SOX reconciliation control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C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pipeline stage in this deck actually ran. dbt build: 40/40 tests passing. Dagster: full asset graph, RUN_SUCCESS.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Christian Kouadio Kouassi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B6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subscription company's revenue metrics get defined multiple times: a BI calculated field, an analyst's ad hoc SQL, Finance's spreadsheet, and they quietly drift apart.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company is public, the numbers this pipeline produces directly support financial reporting, so accuracy, lineage, and Finance reconciliation aren't optional.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role: own the shared transformation and metric layer everything else depends on, not a pipeline role, not a dashboard role.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B6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Data Comes From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shaped to mirror real Stripe API objects exactly: Customer, Subscription, Invoice, Charge, Refund, plan-change events.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history, documented growth/churn model: 4,503 customers, ~27,000 invoices, ~3.2% monthly churn.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Finance's independently-recorded ledger (NetSuite GL stand-in) is generated separately, with deterministic noise, so reconciliation results are real and reproducible.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B6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Testing For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MRR movement classification, the genuinely hard part of subscription analytics, can be built as governed dbt logic both MetricFlow and LookML read identically.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an independent Finance reconciliation catches real variance rather than trivially always passing.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does: 2 of 18 months fail the 2% control threshold, tied to a documented one-time adjustment, not silently absorbed.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B6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Metrics, One Definition Each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Primary: dbt Semantic Layer / MetricFlow, ARR, MRR, NRR, Logo Retention, Paying Customers, and every MRR movement type, each with exactly one definition.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Secondary: LookML, a migration-period mirror for existing Looker consumers, wired to the same certified mart tables, never independently defined.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Verified: semantic_layer_refresh validated 9 metrics against their underlying measures, live, in the Dagster run.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B6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&amp; Why It Fits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515600" cy="393192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Ingestion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Stripe-shaped extract + Dagster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Matches target ingestion + orchestration stack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Warehouse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Snowflake (verified via DuckDB)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Runnable and testable without a live account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dbt (staging → intermediate → marts)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 control, tests, CI, documentation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Semantic layer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MetricFlow (primary) + LookML (migration)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Certified metrics, one source of truth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Dagster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asset graph + SOX asset check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Tableau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Executive ARR/MRR bridge, retention, reconciliation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B6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SOX Control, Live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fct_finance_reconciliation compares data-team ARR against Finance's independently-recorded ledger, every month, automatically.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Dagster asset check ran for real and correctly flagged two months by name and exact variance, without blocking the pipeline.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control, change management, and this reconciliation are each documented and mapped to a specific SOX ITGC control objective in sox/.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B6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SNAPSHOT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800" dirty="0"/>
          </a:p>
        </p:txBody>
      </p:sp>
      <p:pic>
        <p:nvPicPr>
          <p:cNvPr id="4" name="Image 0" descr="../charts/arr_growth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5394960" cy="2999232"/>
          </a:xfrm>
          <a:prstGeom prst="rect">
            <a:avLst/>
          </a:prstGeom>
        </p:spPr>
      </p:pic>
      <p:pic>
        <p:nvPicPr>
          <p:cNvPr id="5" name="Image 1" descr="../charts/mrr_bridge_waterf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91640"/>
            <a:ext cx="5486400" cy="31455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49377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grew from ~$100K to $2.79M over 18 months, 2,888 active paying customers.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114.3% average Net Revenue Retention, 95.3% average Logo Retention across 6-month cohorts.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40/40 dbt tests passing. Dagster: full asset graph RUN_SUCCESS.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B6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SNAPSHOT,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&amp; Retention</a:t>
            </a:r>
            <a:endParaRPr lang="en-US" sz="2800" dirty="0"/>
          </a:p>
        </p:txBody>
      </p:sp>
      <p:pic>
        <p:nvPicPr>
          <p:cNvPr id="4" name="Image 0" descr="../charts/finance_reconciliation_vari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5394960" cy="3145536"/>
          </a:xfrm>
          <a:prstGeom prst="rect">
            <a:avLst/>
          </a:prstGeom>
        </p:spPr>
      </p:pic>
      <p:pic>
        <p:nvPicPr>
          <p:cNvPr id="5" name="Image 1" descr="../charts/retention_cohor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91640"/>
            <a:ext cx="5486400" cy="31455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5029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of 18 months reconcile within the 2% control threshold; the two flagged months (Jul 2025, Mar 2026) trace to a documented one-time GL adjustment, exactly what this control is designed to catch.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2026-08-26T06:55:19Z</dcterms:created>
  <dcterms:modified xsi:type="dcterms:W3CDTF">2026-08-26T06:55:19Z</dcterms:modified>
</cp:coreProperties>
</file>